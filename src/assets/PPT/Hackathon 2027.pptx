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Cambria Bold" panose="020408030504060302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057056" y="702888"/>
            <a:ext cx="4510126" cy="988933"/>
            <a:chOff x="0" y="0"/>
            <a:chExt cx="6013501" cy="13185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13450" cy="1318514"/>
            </a:xfrm>
            <a:custGeom>
              <a:avLst/>
              <a:gdLst/>
              <a:ahLst/>
              <a:cxnLst/>
              <a:rect l="l" t="t" r="r" b="b"/>
              <a:pathLst>
                <a:path w="6013450" h="1318514">
                  <a:moveTo>
                    <a:pt x="0" y="0"/>
                  </a:moveTo>
                  <a:lnTo>
                    <a:pt x="6013450" y="0"/>
                  </a:lnTo>
                  <a:lnTo>
                    <a:pt x="6013450" y="1318514"/>
                  </a:lnTo>
                  <a:lnTo>
                    <a:pt x="0" y="1318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820003" y="526933"/>
            <a:ext cx="4220718" cy="1547222"/>
            <a:chOff x="0" y="0"/>
            <a:chExt cx="5627624" cy="2062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27624" cy="2062988"/>
            </a:xfrm>
            <a:custGeom>
              <a:avLst/>
              <a:gdLst/>
              <a:ahLst/>
              <a:cxnLst/>
              <a:rect l="l" t="t" r="r" b="b"/>
              <a:pathLst>
                <a:path w="5627624" h="2062988">
                  <a:moveTo>
                    <a:pt x="0" y="0"/>
                  </a:moveTo>
                  <a:lnTo>
                    <a:pt x="5627624" y="0"/>
                  </a:lnTo>
                  <a:lnTo>
                    <a:pt x="5627624" y="2062988"/>
                  </a:lnTo>
                  <a:lnTo>
                    <a:pt x="0" y="20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-1134415">
            <a:off x="324660" y="2398814"/>
            <a:ext cx="2404192" cy="2404192"/>
          </a:xfrm>
          <a:custGeom>
            <a:avLst/>
            <a:gdLst/>
            <a:ahLst/>
            <a:cxnLst/>
            <a:rect l="l" t="t" r="r" b="b"/>
            <a:pathLst>
              <a:path w="2404192" h="2404192">
                <a:moveTo>
                  <a:pt x="0" y="0"/>
                </a:moveTo>
                <a:lnTo>
                  <a:pt x="2404192" y="0"/>
                </a:lnTo>
                <a:lnTo>
                  <a:pt x="2404192" y="2404193"/>
                </a:lnTo>
                <a:lnTo>
                  <a:pt x="0" y="2404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62600" y="2577575"/>
            <a:ext cx="1495512" cy="1328984"/>
          </a:xfrm>
          <a:custGeom>
            <a:avLst/>
            <a:gdLst/>
            <a:ahLst/>
            <a:cxnLst/>
            <a:rect l="l" t="t" r="r" b="b"/>
            <a:pathLst>
              <a:path w="1495512" h="1328984">
                <a:moveTo>
                  <a:pt x="0" y="0"/>
                </a:moveTo>
                <a:lnTo>
                  <a:pt x="1495512" y="0"/>
                </a:lnTo>
                <a:lnTo>
                  <a:pt x="1495512" y="1328985"/>
                </a:lnTo>
                <a:lnTo>
                  <a:pt x="0" y="13289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975" t="-29197"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466773" y="4994201"/>
            <a:ext cx="664213" cy="664213"/>
            <a:chOff x="0" y="0"/>
            <a:chExt cx="885617" cy="88561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85617" cy="88561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24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39458" y="180882"/>
              <a:ext cx="406701" cy="523854"/>
            </a:xfrm>
            <a:custGeom>
              <a:avLst/>
              <a:gdLst/>
              <a:ahLst/>
              <a:cxnLst/>
              <a:rect l="l" t="t" r="r" b="b"/>
              <a:pathLst>
                <a:path w="406701" h="523854">
                  <a:moveTo>
                    <a:pt x="0" y="0"/>
                  </a:moveTo>
                  <a:lnTo>
                    <a:pt x="406701" y="0"/>
                  </a:lnTo>
                  <a:lnTo>
                    <a:pt x="406701" y="523854"/>
                  </a:lnTo>
                  <a:lnTo>
                    <a:pt x="0" y="52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66773" y="6067989"/>
            <a:ext cx="664213" cy="664213"/>
            <a:chOff x="0" y="0"/>
            <a:chExt cx="885617" cy="885617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885617" cy="88561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24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158334" y="239021"/>
              <a:ext cx="568949" cy="407574"/>
            </a:xfrm>
            <a:custGeom>
              <a:avLst/>
              <a:gdLst/>
              <a:ahLst/>
              <a:cxnLst/>
              <a:rect l="l" t="t" r="r" b="b"/>
              <a:pathLst>
                <a:path w="568949" h="407574">
                  <a:moveTo>
                    <a:pt x="0" y="0"/>
                  </a:moveTo>
                  <a:lnTo>
                    <a:pt x="568949" y="0"/>
                  </a:lnTo>
                  <a:lnTo>
                    <a:pt x="568949" y="407575"/>
                  </a:lnTo>
                  <a:lnTo>
                    <a:pt x="0" y="407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66773" y="7137695"/>
            <a:ext cx="664213" cy="664213"/>
            <a:chOff x="0" y="0"/>
            <a:chExt cx="885617" cy="88561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885617" cy="885617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24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97640" y="167056"/>
              <a:ext cx="490338" cy="551505"/>
            </a:xfrm>
            <a:custGeom>
              <a:avLst/>
              <a:gdLst/>
              <a:ahLst/>
              <a:cxnLst/>
              <a:rect l="l" t="t" r="r" b="b"/>
              <a:pathLst>
                <a:path w="490338" h="551505">
                  <a:moveTo>
                    <a:pt x="0" y="0"/>
                  </a:moveTo>
                  <a:lnTo>
                    <a:pt x="490338" y="0"/>
                  </a:lnTo>
                  <a:lnTo>
                    <a:pt x="490338" y="551505"/>
                  </a:lnTo>
                  <a:lnTo>
                    <a:pt x="0" y="551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466773" y="8238787"/>
            <a:ext cx="664213" cy="664213"/>
            <a:chOff x="0" y="0"/>
            <a:chExt cx="885617" cy="885617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85617" cy="885617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D1B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24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155110" y="193818"/>
              <a:ext cx="575398" cy="497981"/>
            </a:xfrm>
            <a:custGeom>
              <a:avLst/>
              <a:gdLst/>
              <a:ahLst/>
              <a:cxnLst/>
              <a:rect l="l" t="t" r="r" b="b"/>
              <a:pathLst>
                <a:path w="575398" h="497981">
                  <a:moveTo>
                    <a:pt x="0" y="0"/>
                  </a:moveTo>
                  <a:lnTo>
                    <a:pt x="575397" y="0"/>
                  </a:lnTo>
                  <a:lnTo>
                    <a:pt x="575397" y="497981"/>
                  </a:lnTo>
                  <a:lnTo>
                    <a:pt x="0" y="4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2311687" y="4501225"/>
            <a:ext cx="14386131" cy="4430350"/>
            <a:chOff x="0" y="0"/>
            <a:chExt cx="19181508" cy="5907133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47625"/>
              <a:ext cx="19181508" cy="5883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2"/>
                </a:lnSpc>
              </a:pPr>
              <a:endParaRPr/>
            </a:p>
            <a:p>
              <a:pPr algn="just">
                <a:lnSpc>
                  <a:spcPts val="4313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Problem Statement Title: </a:t>
              </a:r>
            </a:p>
            <a:p>
              <a:pPr algn="just">
                <a:lnSpc>
                  <a:spcPts val="4313"/>
                </a:lnSpc>
              </a:pPr>
              <a:endPara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just">
                <a:lnSpc>
                  <a:spcPts val="4313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Team Name: </a:t>
              </a:r>
            </a:p>
            <a:p>
              <a:pPr algn="just">
                <a:lnSpc>
                  <a:spcPts val="4313"/>
                </a:lnSpc>
              </a:pPr>
              <a:endPara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4472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Team Leader Name: </a:t>
              </a:r>
            </a:p>
            <a:p>
              <a:pPr algn="l">
                <a:lnSpc>
                  <a:spcPts val="4472"/>
                </a:lnSpc>
              </a:pPr>
              <a:endPara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4472"/>
                </a:lnSpc>
              </a:pPr>
              <a:r>
                <a:rPr lang="en-US" sz="3451">
                  <a:solidFill>
                    <a:srgbClr val="0B533D"/>
                  </a:solidFill>
                  <a:latin typeface="Cambria"/>
                  <a:ea typeface="Cambria"/>
                  <a:cs typeface="Cambria"/>
                  <a:sym typeface="Cambria"/>
                </a:rPr>
                <a:t>Institute Name: </a:t>
              </a: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384423" y="1409077"/>
              <a:ext cx="6767029" cy="0"/>
            </a:xfrm>
            <a:prstGeom prst="line">
              <a:avLst/>
            </a:prstGeom>
            <a:ln w="38100" cap="flat">
              <a:solidFill>
                <a:srgbClr val="DDE7D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3256035" y="2870559"/>
              <a:ext cx="6767029" cy="0"/>
            </a:xfrm>
            <a:prstGeom prst="line">
              <a:avLst/>
            </a:prstGeom>
            <a:ln w="38100" cap="flat">
              <a:solidFill>
                <a:srgbClr val="DDE7D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032007" y="4381859"/>
              <a:ext cx="6767029" cy="0"/>
            </a:xfrm>
            <a:prstGeom prst="line">
              <a:avLst/>
            </a:prstGeom>
            <a:ln w="38100" cap="flat">
              <a:solidFill>
                <a:srgbClr val="DDE7D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3967937" y="5888083"/>
              <a:ext cx="6767029" cy="0"/>
            </a:xfrm>
            <a:prstGeom prst="line">
              <a:avLst/>
            </a:prstGeom>
            <a:ln w="38100" cap="flat">
              <a:solidFill>
                <a:srgbClr val="DDE7D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0" name="AutoShape 40"/>
          <p:cNvSpPr/>
          <p:nvPr/>
        </p:nvSpPr>
        <p:spPr>
          <a:xfrm>
            <a:off x="2591033" y="3982113"/>
            <a:ext cx="1851728" cy="0"/>
          </a:xfrm>
          <a:prstGeom prst="line">
            <a:avLst/>
          </a:prstGeom>
          <a:ln w="47625" cap="rnd">
            <a:solidFill>
              <a:srgbClr val="04534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6208852" y="9703384"/>
            <a:ext cx="65165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91033" y="2388026"/>
            <a:ext cx="15449688" cy="80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0"/>
              </a:lnSpc>
            </a:pPr>
            <a:r>
              <a:rPr lang="en-US" sz="4800" b="1" spc="240" dirty="0">
                <a:solidFill>
                  <a:srgbClr val="045340"/>
                </a:solidFill>
                <a:latin typeface="Cambria Bold"/>
                <a:ea typeface="Cambria Bold"/>
                <a:cs typeface="Cambria Bold"/>
                <a:sym typeface="Cambria Bold"/>
              </a:rPr>
              <a:t>HACKATHON 2027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91033" y="3427218"/>
            <a:ext cx="15449688" cy="358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INNOVATE </a:t>
            </a:r>
            <a:r>
              <a:rPr lang="en-US" sz="1999" spc="279">
                <a:solidFill>
                  <a:srgbClr val="07533F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BUILD</a:t>
            </a:r>
            <a:r>
              <a:rPr lang="en-US" sz="1999" spc="279">
                <a:solidFill>
                  <a:srgbClr val="07533F"/>
                </a:solidFill>
                <a:latin typeface="Cambria"/>
                <a:ea typeface="Cambria"/>
                <a:cs typeface="Cambria"/>
                <a:sym typeface="Cambria"/>
              </a:rPr>
              <a:t> •</a:t>
            </a:r>
            <a:r>
              <a:rPr lang="en-US" sz="1999" spc="27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6320">
            <a:off x="1058208" y="1993421"/>
            <a:ext cx="3490598" cy="57150"/>
            <a:chOff x="0" y="0"/>
            <a:chExt cx="4654131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4169" cy="76200"/>
            </a:xfrm>
            <a:custGeom>
              <a:avLst/>
              <a:gdLst/>
              <a:ahLst/>
              <a:cxnLst/>
              <a:rect l="l" t="t" r="r" b="b"/>
              <a:pathLst>
                <a:path w="4654169" h="76200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140103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7192777" y="9580493"/>
            <a:ext cx="784803" cy="45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81850"/>
            <a:ext cx="830159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59157"/>
            <a:ext cx="16556479" cy="254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your core idea and approach – Clearly explain your project.</a:t>
            </a:r>
          </a:p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it solves the problem, and key innovation behind your solution.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08852" y="9703384"/>
            <a:ext cx="68213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6320">
            <a:off x="1058208" y="1993421"/>
            <a:ext cx="3490598" cy="57150"/>
            <a:chOff x="0" y="0"/>
            <a:chExt cx="4654131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4169" cy="76200"/>
            </a:xfrm>
            <a:custGeom>
              <a:avLst/>
              <a:gdLst/>
              <a:ahLst/>
              <a:cxnLst/>
              <a:rect l="l" t="t" r="r" b="b"/>
              <a:pathLst>
                <a:path w="4654169" h="76200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140103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028700" y="781850"/>
            <a:ext cx="830159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92777" y="9580493"/>
            <a:ext cx="784803" cy="45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08852" y="9703384"/>
            <a:ext cx="73547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73407"/>
            <a:ext cx="16556479" cy="365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your flowchart – Add a simple process flow diagram showing how your solution works.</a:t>
            </a:r>
          </a:p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stack - List the main tools, frameworks, or technologies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4560" y="1816284"/>
            <a:ext cx="3850062" cy="57150"/>
            <a:chOff x="0" y="0"/>
            <a:chExt cx="5133416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3467" cy="76200"/>
            </a:xfrm>
            <a:custGeom>
              <a:avLst/>
              <a:gdLst/>
              <a:ahLst/>
              <a:cxnLst/>
              <a:rect l="l" t="t" r="r" b="b"/>
              <a:pathLst>
                <a:path w="5133467" h="76200">
                  <a:moveTo>
                    <a:pt x="0" y="0"/>
                  </a:moveTo>
                  <a:lnTo>
                    <a:pt x="5133467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62661" b="-1262661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125312" y="585664"/>
            <a:ext cx="8671198" cy="99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3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&amp; Viability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89370" y="9572720"/>
            <a:ext cx="784803" cy="45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08852" y="9703384"/>
            <a:ext cx="74309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73407"/>
            <a:ext cx="16556479" cy="365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the feasibilty of the idea</a:t>
            </a:r>
          </a:p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Potential challenges and risk</a:t>
            </a:r>
          </a:p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Stratergies for overcoming these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6320">
            <a:off x="1124140" y="1825809"/>
            <a:ext cx="3490732" cy="57150"/>
            <a:chOff x="0" y="0"/>
            <a:chExt cx="4654309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4296" cy="76200"/>
            </a:xfrm>
            <a:custGeom>
              <a:avLst/>
              <a:gdLst/>
              <a:ahLst/>
              <a:cxnLst/>
              <a:rect l="l" t="t" r="r" b="b"/>
              <a:pathLst>
                <a:path w="4654296" h="76200">
                  <a:moveTo>
                    <a:pt x="0" y="0"/>
                  </a:moveTo>
                  <a:lnTo>
                    <a:pt x="4654296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140149" b="-1140149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125312" y="585664"/>
            <a:ext cx="8671198" cy="99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3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&amp; Benifits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89370" y="9572720"/>
            <a:ext cx="784803" cy="45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08852" y="9703384"/>
            <a:ext cx="74309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73407"/>
            <a:ext cx="16556479" cy="254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 on target auidence</a:t>
            </a:r>
          </a:p>
          <a:p>
            <a:pPr marL="800101" lvl="2" indent="-266700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Benifits of the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6320">
            <a:off x="1283579" y="2549709"/>
            <a:ext cx="3490598" cy="57150"/>
            <a:chOff x="0" y="0"/>
            <a:chExt cx="4654131" cy="7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4169" cy="76200"/>
            </a:xfrm>
            <a:custGeom>
              <a:avLst/>
              <a:gdLst/>
              <a:ahLst/>
              <a:cxnLst/>
              <a:rect l="l" t="t" r="r" b="b"/>
              <a:pathLst>
                <a:path w="4654169" h="76200">
                  <a:moveTo>
                    <a:pt x="0" y="0"/>
                  </a:moveTo>
                  <a:lnTo>
                    <a:pt x="4654169" y="762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140103" b="-1140103"/>
              </a:stretch>
            </a:blipFill>
            <a:ln w="57150" cap="sq">
              <a:solidFill>
                <a:srgbClr val="0B533D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446038" y="1223343"/>
            <a:ext cx="9926260" cy="101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3"/>
              </a:lnSpc>
            </a:pPr>
            <a:r>
              <a:rPr lang="en-US" sz="66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Details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6038" y="2292525"/>
            <a:ext cx="5448252" cy="696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7"/>
              </a:lnSpc>
            </a:pPr>
            <a:r>
              <a:rPr lang="en-US" sz="2662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Leader Name: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7"/>
              </a:lnSpc>
            </a:pPr>
            <a:r>
              <a:rPr lang="en-US" sz="2662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1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 </a:t>
            </a:r>
          </a:p>
          <a:p>
            <a:pPr algn="l">
              <a:lnSpc>
                <a:spcPts val="6657"/>
              </a:lnSpc>
            </a:pPr>
            <a:r>
              <a:rPr lang="en-US" sz="2662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2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7"/>
              </a:lnSpc>
            </a:pPr>
            <a:r>
              <a:rPr lang="en-US" sz="2662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3 Name: </a:t>
            </a:r>
          </a:p>
          <a:p>
            <a:pPr algn="l">
              <a:lnSpc>
                <a:spcPts val="6657"/>
              </a:lnSpc>
            </a:pPr>
            <a:r>
              <a:rPr lang="en-US" sz="266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424245"/>
            <a:ext cx="18288000" cy="862755"/>
          </a:xfrm>
          <a:custGeom>
            <a:avLst/>
            <a:gdLst/>
            <a:ahLst/>
            <a:cxnLst/>
            <a:rect l="l" t="t" r="r" b="b"/>
            <a:pathLst>
              <a:path w="18288000" h="862755">
                <a:moveTo>
                  <a:pt x="0" y="0"/>
                </a:moveTo>
                <a:lnTo>
                  <a:pt x="18288000" y="0"/>
                </a:lnTo>
                <a:lnTo>
                  <a:pt x="18288000" y="862755"/>
                </a:lnTo>
                <a:lnTo>
                  <a:pt x="0" y="862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208852" y="9703384"/>
            <a:ext cx="7049948" cy="415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7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HACKATHON - 2027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</Words>
  <Application>Microsoft Office PowerPoint</Application>
  <PresentationFormat>Custom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 Bold</vt:lpstr>
      <vt:lpstr>Cambria</vt:lpstr>
      <vt:lpstr>Cambria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SRCAS HACKATHON 3.0.pptx</dc:title>
  <cp:lastModifiedBy>Udhaya Sankar</cp:lastModifiedBy>
  <cp:revision>2</cp:revision>
  <dcterms:created xsi:type="dcterms:W3CDTF">2006-08-16T00:00:00Z</dcterms:created>
  <dcterms:modified xsi:type="dcterms:W3CDTF">2026-10-05T12:54:03Z</dcterms:modified>
  <dc:identifier>DAHLmc-zqS8</dc:identifier>
</cp:coreProperties>
</file>